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A4C9-08D8-2D47-FEAE-6CFDFCD01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6505-27A9-F1DA-592A-D581AF930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95CEC-9A26-7D02-EE31-1ADCD0D3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73641-8573-1F99-9D70-171CFD8A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A96F8-3B41-A772-CCD0-FBE2011B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2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F417E-E0A5-BC97-4722-B9A50A3B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BEC3E-64D5-2C2C-917A-83B0227DC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13B32-B602-555F-549E-9E4423C62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A6840-B515-4F8E-BF12-E559516A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834F6-E72A-E1A9-3FD7-57729F926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8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7CE2-3472-8610-8AAC-6CA5EC3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D0884-FA47-B3D3-376A-7471C5B3D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6495-E836-BBAB-DF8E-3C78B7F5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64161-A30A-E9AE-0864-184A3E03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2B8A-9DD1-4EA5-8FFC-DAB79FDB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8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BD18-96B3-14AF-2EAB-3B52F5AF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6C86D-D9DD-FBE0-D1BA-778CBF786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4E6B7-39EA-C43A-8723-CB4D35470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3FCE-F0B5-3210-A9D3-6EE078B9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88034-B91A-5764-4FC7-B952C129E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1F3F8-F315-4434-2800-62D73543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22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B1C5-0D9A-BECF-1121-8F6929F8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EBC66-8697-2344-0A8C-4F5C893AF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DB8CF-7D42-B531-9B35-704ECD3B6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A508DB-3B28-FE1B-1D5D-26A1B8986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5E0FE-475A-CEF8-7EDD-148FB1CCB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52C31-C9F6-040D-B6DD-3685737AB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E8676-CB85-150C-3896-CDE62299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6C974-CE59-B505-83E7-D02C56CCD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3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DD10-38FA-007E-8641-24CE9E0E5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59628-D8F1-B57D-1706-098DF1405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00EA9-6318-16F5-39CB-11F30706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C7303-822C-9E72-E6CB-38AA33A9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8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9A30C-0191-31E9-38F2-D001C09B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6CA68-E274-7CD6-4A80-F9F88C8E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4F8FF-5C14-E6CB-671A-8B9FB0D23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7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D9CC-E81C-1BA0-43AC-D75C15306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67C3-22CF-9FFD-BC85-B3CECAAAD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6D8DF-D39E-C4A6-0DC4-2E8A373CA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86C88-659A-D43C-EE51-F412709B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6B615-B576-3B0A-ED81-1EE722D10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626E4-6AA4-7713-D794-2B37F2DC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20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5751-2780-D277-1535-3855EDBCA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EA3C1-9942-3F05-5E0E-533170FAE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8F104-56E5-6BBF-ECE3-4B7847589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428B0-0EA1-5927-FD3C-302A11D4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19E73A-4BE4-A980-3B70-1985429C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B3164-8B5B-6D33-FDCB-4FD5AC88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9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DA9E8-9484-DAD8-F0EF-614A15DE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CE656-BB05-E167-953D-A30638F17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3ABC0-90B3-69CC-EFAF-015D6B1C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DE520-03C5-80DF-212D-823F7948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CFAB-2182-25F3-178D-EF4C2E66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27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03370-3D46-D213-DC95-57966B98F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B3C33-B482-4126-F049-96222BD02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D91FE-1190-4CEA-FB48-9A288FEA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1D544-DD76-09E6-31C1-012AD6E5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54A0-B6DE-8DA9-F022-4550F446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6B79D-8CEC-6980-2261-53EDB8CA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20FFC-CA1F-8B1B-80CE-41A32BBC3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BD2F0-B90D-2259-BDB9-162B52A75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E70A1-07B8-4B00-A97C-D7A42826FAE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25603-3A4F-B648-F263-6A20EFEE7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19B88-D709-CEA7-1D89-D65AB8792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4BE2-96CF-45E0-AD58-474594959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9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6E3934-E1EC-1284-B10D-1408151AD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55" y="88102"/>
            <a:ext cx="7395089" cy="668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7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C6B99E-8828-2453-217B-1E8A5CF3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45" y="0"/>
            <a:ext cx="11745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08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James</dc:creator>
  <cp:lastModifiedBy>David James</cp:lastModifiedBy>
  <cp:revision>5</cp:revision>
  <dcterms:created xsi:type="dcterms:W3CDTF">2026-07-04T13:30:28Z</dcterms:created>
  <dcterms:modified xsi:type="dcterms:W3CDTF">2026-07-04T13:33:14Z</dcterms:modified>
</cp:coreProperties>
</file>